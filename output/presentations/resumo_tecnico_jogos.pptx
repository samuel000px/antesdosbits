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5c3f23a7e46a1" /><Relationship Type="http://schemas.openxmlformats.org/officeDocument/2006/relationships/extended-properties" Target="/docProps/app.xml" Id="Rf8bfd1e8d0e1451f" /><Relationship Type="http://schemas.openxmlformats.org/officeDocument/2006/relationships/officeDocument" Target="/ppt/presentation.xml" Id="R665b6e335bed4b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825537d27449f3"/>
  </p:sldMasterIdLst>
  <p:notesMasterIdLst>
    <p:notesMasterId xmlns:r="http://schemas.openxmlformats.org/officeDocument/2006/relationships" r:id="R495a0bc4b8a84d58"/>
  </p:notesMasterIdLst>
  <p:sldIdLst>
    <p:sldId xmlns:r="http://schemas.openxmlformats.org/officeDocument/2006/relationships" id="256" r:id="R428d50187f6b428f"/>
    <p:sldId xmlns:r="http://schemas.openxmlformats.org/officeDocument/2006/relationships" id="257" r:id="Rba62184b60584d63"/>
    <p:sldId xmlns:r="http://schemas.openxmlformats.org/officeDocument/2006/relationships" id="258" r:id="Re4d29cd787f84dfb"/>
    <p:sldId xmlns:r="http://schemas.openxmlformats.org/officeDocument/2006/relationships" id="259" r:id="Rb703c648638948e0"/>
    <p:sldId xmlns:r="http://schemas.openxmlformats.org/officeDocument/2006/relationships" id="260" r:id="R95ea42899eb745f8"/>
    <p:sldId xmlns:r="http://schemas.openxmlformats.org/officeDocument/2006/relationships" id="261" r:id="R86085bf2d6084d95"/>
    <p:sldId xmlns:r="http://schemas.openxmlformats.org/officeDocument/2006/relationships" id="262" r:id="R7e0a29730e8f4612"/>
    <p:sldId xmlns:r="http://schemas.openxmlformats.org/officeDocument/2006/relationships" id="263" r:id="R9392356e02474667"/>
    <p:sldId xmlns:r="http://schemas.openxmlformats.org/officeDocument/2006/relationships" id="264" r:id="R8d07e37483eb4146"/>
    <p:sldId xmlns:r="http://schemas.openxmlformats.org/officeDocument/2006/relationships" id="265" r:id="R4da51b5c0aa74463"/>
    <p:sldId xmlns:r="http://schemas.openxmlformats.org/officeDocument/2006/relationships" id="266" r:id="R12c297d710b34129"/>
    <p:sldId xmlns:r="http://schemas.openxmlformats.org/officeDocument/2006/relationships" id="267" r:id="Raec57d1aeb5e4d1e"/>
    <p:sldId xmlns:r="http://schemas.openxmlformats.org/officeDocument/2006/relationships" id="268" r:id="Rdb4a7371b39e4aef"/>
    <p:sldId xmlns:r="http://schemas.openxmlformats.org/officeDocument/2006/relationships" id="269" r:id="R602d1c91465640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b7048194b430e" /><Relationship Type="http://schemas.openxmlformats.org/officeDocument/2006/relationships/slideMaster" Target="/ppt/slideMasters/slideMaster1.xml" Id="R13825537d27449f3" /><Relationship Type="http://schemas.openxmlformats.org/officeDocument/2006/relationships/notesMaster" Target="/ppt/notesMasters/notesMaster1.xml" Id="R495a0bc4b8a84d58" /><Relationship Type="http://schemas.openxmlformats.org/officeDocument/2006/relationships/presProps" Target="/ppt/presProps.xml" Id="R752f0b22c066465d" /><Relationship Type="http://schemas.openxmlformats.org/officeDocument/2006/relationships/tableStyles" Target="/ppt/tableStyles.xml" Id="Rc9b0d59fd01f4b6a" /><Relationship Type="http://schemas.openxmlformats.org/officeDocument/2006/relationships/slide" Target="/ppt/slides/slide1.xml" Id="R428d50187f6b428f" /><Relationship Type="http://schemas.openxmlformats.org/officeDocument/2006/relationships/slide" Target="/ppt/slides/slide2.xml" Id="Rba62184b60584d63" /><Relationship Type="http://schemas.openxmlformats.org/officeDocument/2006/relationships/slide" Target="/ppt/slides/slide3.xml" Id="Re4d29cd787f84dfb" /><Relationship Type="http://schemas.openxmlformats.org/officeDocument/2006/relationships/slide" Target="/ppt/slides/slide4.xml" Id="Rb703c648638948e0" /><Relationship Type="http://schemas.openxmlformats.org/officeDocument/2006/relationships/slide" Target="/ppt/slides/slide5.xml" Id="R95ea42899eb745f8" /><Relationship Type="http://schemas.openxmlformats.org/officeDocument/2006/relationships/slide" Target="/ppt/slides/slide6.xml" Id="R86085bf2d6084d95" /><Relationship Type="http://schemas.openxmlformats.org/officeDocument/2006/relationships/slide" Target="/ppt/slides/slide7.xml" Id="R7e0a29730e8f4612" /><Relationship Type="http://schemas.openxmlformats.org/officeDocument/2006/relationships/slide" Target="/ppt/slides/slide8.xml" Id="R9392356e02474667" /><Relationship Type="http://schemas.openxmlformats.org/officeDocument/2006/relationships/slide" Target="/ppt/slides/slide9.xml" Id="R8d07e37483eb4146" /><Relationship Type="http://schemas.openxmlformats.org/officeDocument/2006/relationships/slide" Target="/ppt/slides/slide10.xml" Id="R4da51b5c0aa74463" /><Relationship Type="http://schemas.openxmlformats.org/officeDocument/2006/relationships/slide" Target="/ppt/slides/slide11.xml" Id="R12c297d710b34129" /><Relationship Type="http://schemas.openxmlformats.org/officeDocument/2006/relationships/slide" Target="/ppt/slides/slide12.xml" Id="Raec57d1aeb5e4d1e" /><Relationship Type="http://schemas.openxmlformats.org/officeDocument/2006/relationships/slide" Target="/ppt/slides/slide13.xml" Id="Rdb4a7371b39e4aef" /><Relationship Type="http://schemas.openxmlformats.org/officeDocument/2006/relationships/slide" Target="/ppt/slides/slide14.xml" Id="R602d1c91465640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42c8fa5c2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3916c0c5d4105" /><Relationship Type="http://schemas.openxmlformats.org/officeDocument/2006/relationships/notesMaster" Target="/ppt/notesMasters/notesMaster1.xml" Id="R4a2dbb1ecaee49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d1433ff4854176" /><Relationship Type="http://schemas.openxmlformats.org/officeDocument/2006/relationships/notesMaster" Target="/ppt/notesMasters/notesMaster1.xml" Id="R8bad304535294c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9e1c95e8d46cf" /><Relationship Type="http://schemas.openxmlformats.org/officeDocument/2006/relationships/notesMaster" Target="/ppt/notesMasters/notesMaster1.xml" Id="R7416ee75817845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11111b3ff44a4" /><Relationship Type="http://schemas.openxmlformats.org/officeDocument/2006/relationships/notesMaster" Target="/ppt/notesMasters/notesMaster1.xml" Id="Ree34429aaf40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71c8a4061c4393" /><Relationship Type="http://schemas.openxmlformats.org/officeDocument/2006/relationships/notesMaster" Target="/ppt/notesMasters/notesMaster1.xml" Id="Rd937d423df1a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7b632088f54e48" /><Relationship Type="http://schemas.openxmlformats.org/officeDocument/2006/relationships/notesMaster" Target="/ppt/notesMasters/notesMaster1.xml" Id="R89f42aa8bd05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5f62cde5c4a3d" /><Relationship Type="http://schemas.openxmlformats.org/officeDocument/2006/relationships/notesMaster" Target="/ppt/notesMasters/notesMaster1.xml" Id="Rafd8119fe02147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3eae6b3af4e33" /><Relationship Type="http://schemas.openxmlformats.org/officeDocument/2006/relationships/notesMaster" Target="/ppt/notesMasters/notesMaster1.xml" Id="R3bed79c1cd6a49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54c04dba4e4152" /><Relationship Type="http://schemas.openxmlformats.org/officeDocument/2006/relationships/notesMaster" Target="/ppt/notesMasters/notesMaster1.xml" Id="R993105e1a32c40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ccae9481de4be5" /><Relationship Type="http://schemas.openxmlformats.org/officeDocument/2006/relationships/notesMaster" Target="/ppt/notesMasters/notesMaster1.xml" Id="Rd7ee0532b0434e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8a02c14b104f70" /><Relationship Type="http://schemas.openxmlformats.org/officeDocument/2006/relationships/notesMaster" Target="/ppt/notesMasters/notesMaster1.xml" Id="R5bf4a7805f404a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bb2d593ab34514" /><Relationship Type="http://schemas.openxmlformats.org/officeDocument/2006/relationships/notesMaster" Target="/ppt/notesMasters/notesMaster1.xml" Id="R070f8564cd034a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a51850873d4124" /><Relationship Type="http://schemas.openxmlformats.org/officeDocument/2006/relationships/notesMaster" Target="/ppt/notesMasters/notesMaster1.xml" Id="R4f68daa5ad1840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f53ceedc264654" /><Relationship Type="http://schemas.openxmlformats.org/officeDocument/2006/relationships/notesMaster" Target="/ppt/notesMasters/notesMaster1.xml" Id="Rd166230053874a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093f188b144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a0e4814c947da" /><Relationship Type="http://schemas.openxmlformats.org/officeDocument/2006/relationships/slideLayout" Target="/ppt/slideLayouts/slideLayout1.xml" Id="Re162a8c64bbd41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2a8c64bbd41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4a1b359194dbb" /><Relationship Type="http://schemas.openxmlformats.org/officeDocument/2006/relationships/notesSlide" Target="/ppt/notesSlides/notesSlide1.xml" Id="R1c367722d5284d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977f506524a9c" /><Relationship Type="http://schemas.openxmlformats.org/officeDocument/2006/relationships/notesSlide" Target="/ppt/notesSlides/notesSlide2.xml" Id="R5589f57c3cea43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808d46bfe4e53" /><Relationship Type="http://schemas.openxmlformats.org/officeDocument/2006/relationships/notesSlide" Target="/ppt/notesSlides/notesSlide3.xml" Id="R0061c1abc31740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32ec54b5b4271" /><Relationship Type="http://schemas.openxmlformats.org/officeDocument/2006/relationships/notesSlide" Target="/ppt/notesSlides/notesSlide4.xml" Id="R5bb7e8bb673e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a1bc936c43b2" /><Relationship Type="http://schemas.openxmlformats.org/officeDocument/2006/relationships/notesSlide" Target="/ppt/notesSlides/notesSlide5.xml" Id="R889251b5fd3d43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fc5117794a74" /><Relationship Type="http://schemas.openxmlformats.org/officeDocument/2006/relationships/notesSlide" Target="/ppt/notesSlides/notesSlide6.xml" Id="Rf8038024afb6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6de5bc3394e85" /><Relationship Type="http://schemas.openxmlformats.org/officeDocument/2006/relationships/notesSlide" Target="/ppt/notesSlides/notesSlide7.xml" Id="R5359621b57054b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cd521068547aa" /><Relationship Type="http://schemas.openxmlformats.org/officeDocument/2006/relationships/notesSlide" Target="/ppt/notesSlides/notesSlide8.xml" Id="Ref0651a1c5a446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772fb66745f5" /><Relationship Type="http://schemas.openxmlformats.org/officeDocument/2006/relationships/notesSlide" Target="/ppt/notesSlides/notesSlide9.xml" Id="R00a7ff7a0fc5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315e8395f4d6f" /><Relationship Type="http://schemas.openxmlformats.org/officeDocument/2006/relationships/notesSlide" Target="/ppt/notesSlides/notesSlide10.xml" Id="R9c41343bcd434c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426967e3e4367" /><Relationship Type="http://schemas.openxmlformats.org/officeDocument/2006/relationships/notesSlide" Target="/ppt/notesSlides/notesSlide11.xml" Id="R3d07807eccf543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a38af812148f6" /><Relationship Type="http://schemas.openxmlformats.org/officeDocument/2006/relationships/notesSlide" Target="/ppt/notesSlides/notesSlide12.xml" Id="R3db36a2fba7f40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d3aabb2e845f5" /><Relationship Type="http://schemas.openxmlformats.org/officeDocument/2006/relationships/notesSlide" Target="/ppt/notesSlides/notesSlide13.xml" Id="R4589c3830d664a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a454806c14497" /><Relationship Type="http://schemas.openxmlformats.org/officeDocument/2006/relationships/notesSlide" Target="/ppt/notesSlides/notesSlide14.xml" Id="R1f1e9e8fd305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F4CD6-EA74-4881-9365-DCEAA5C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GUIA PARA EXPLICAR 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5929E-B145-4AA4-857B-94580D30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505DA-F54B-486D-A811-844AE8FF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1717"/>
                </a:solidFill>
              </a:defRPr>
            </a:pPr>
            <a:r>
              <a:rPr sz="5250" b="1">
                <a:solidFill>
                  <a:srgbClr val="171717"/>
                </a:solidFill>
              </a:rPr>
              <a:t>Como o código dos jogos funciona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9A9D6-B473-49FC-9A1B-C6AFAFB2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1717"/>
                </a:solidFill>
              </a:defRPr>
            </a:pPr>
            <a:r>
              <a:rPr sz="1950">
                <a:solidFill>
                  <a:srgbClr val="171717"/>
                </a:solidFill>
              </a:rPr>
              <a:t>Resumo técnico para explicar o projeto Antes dos Bits em aula: estado, funções, validação, IA, scanner e multiplayer.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EC91A-7F29-420B-891F-72EB30F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B0204-AD54-4B49-A69C-4F0F981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HTML/CSS/JS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E3D91-F889-4674-8260-21D253F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E3809-FE9C-4082-9D34-65749092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localStorage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645BA-69D2-4B4A-A64C-3765F27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42FE9-3BD1-40A0-B77F-C4D29DA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Supabase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33A1E-038A-4C62-B11E-0B879798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49456-35BE-45FE-969A-F56C17FC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Canvas/IA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0C4A4-667C-43DE-A722-D081017E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A0466-A476-484A-8389-FA816F6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904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DB2B2-B9DD-4FF9-B497-7B3860A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B969A-E416-467D-AE22-3507851A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717"/>
                </a:solidFill>
              </a:defRPr>
            </a:pPr>
            <a:r>
              <a:rPr sz="3450" b="1">
                <a:solidFill>
                  <a:srgbClr val="171717"/>
                </a:solidFill>
              </a:rPr>
              <a:t>A arquitetura é simples de explicar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D3B95-5FE0-4ECE-9739-B7686A1D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1717"/>
                </a:solidFill>
              </a:defRPr>
            </a:pPr>
            <a:r>
              <a:rPr sz="1725">
                <a:solidFill>
                  <a:srgbClr val="171717"/>
                </a:solidFill>
              </a:rPr>
              <a:t>Cada jogo é uma página estática com JavaScript próprio. O navegador faz quase todo o trabalho; o Supabase entra quando precisa salvar ranking ou sincronizar sala online.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A0565-C276-4906-876A-456771D5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42B80-5938-4480-9B9D-4853D653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1616F-7296-441C-89F3-5C8C16C3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4FD26-8F08-4703-84E2-6FD70744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HTML define botões, painéis e cartões. CSS cria o visual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DA40A-2759-4E4F-9BF6-BCCE7152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121C1-CB08-4C1E-A988-9C8B88A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7A7CD-B077-41BC-A619-D3124AA8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Lógica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9DB5D-93D6-407C-9AE2-F71500C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JS guarda estado, responde cliques, calcula resultado e redesenha a tela.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D83B9-CE05-4CD5-A3D3-C1E4B06F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6A089-209B-49E2-B384-82E93B9A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B88DB-9B05-46D9-AE20-127A7B6A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Dados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41780-188E-468A-8368-8E6A8A6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localStorage salva moedas/progresso; Supabase salva ranking e multiplayer.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28E70-51F3-424C-B219-3A8C66DF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02FFE-5D48-4B86-8D0E-F87EE676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2055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FE9DA-ACFB-48D7-9F53-C2C3AEF1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265BA-328A-40E5-AD3F-796EC6B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717"/>
                </a:solidFill>
              </a:defRPr>
            </a:pPr>
            <a:r>
              <a:rPr sz="3450" b="1">
                <a:solidFill>
                  <a:srgbClr val="171717"/>
                </a:solidFill>
              </a:rPr>
              <a:t>O padrão de código se repete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23FA1-963D-4F6B-9B96-E5891108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1717"/>
                </a:solidFill>
              </a:defRPr>
            </a:pPr>
            <a:r>
              <a:rPr sz="1725">
                <a:solidFill>
                  <a:srgbClr val="171717"/>
                </a:solidFill>
              </a:rPr>
              <a:t>Mesmo com temas diferentes, os jogos usam o mesmo ciclo: preparar estado, renderizar tela, receber ação do jogador, validar e recompensar.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C53A9-4251-4E59-ABD9-7C540FAB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B040A-7ECE-44F8-A55E-B3AA8896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64090-EC2F-43E2-B464-095C8AD8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Variáveis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4496D-11F9-4ADA-A6DD-374A1F6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Moedas, missão atual, cartões escolhidos, tempo, tentativas ou matriz de furos.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FCAB3-6535-4128-A27B-5B7013FB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F7CA0-2482-436D-BC55-6BA1C3DD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C3131-6588-424B-B5B0-EA98DFD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DOM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160E0-1DFD-468F-8021-78A4D93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Funções criam elementos, atualizam texto e aplicam classes visuais.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5A90B-768C-422D-8CD7-1427B58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57037-DD09-44A4-97FF-2F68D580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5C0F6-57B3-4A96-A077-F03C1B6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Regra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9549D-83F5-418D-8E8F-913A08E3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Compara com gabarito, relatório esperado ou métrica mínima.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C644B-648B-411A-A694-67AF11B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68D96-0AB2-43CD-A861-8413C9C1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8066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A67E2-3A5C-42F1-89DD-39F2EFE2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1804 · Jacquard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9675F-C125-4FE9-9A21-EB70FFA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Tear: o cartão vira tecido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31536-75AE-4B4A-996C-BE53F935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Jacquard/jacquard.js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E8029-51BD-4076-96D4-E8082B9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C9353-A882-42A2-B4AD-6D8A4F2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2E79E-EEF0-41E4-BB07-6546EAFB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 central: fabricMatrix, order, completedOrders, coins e dificuldade.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3A651-F1BB-44F7-932A-5E06F56C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D4DB0-FCCC-431A-889A-1A787DBB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0992-B872-44CD-A550-FA507E4A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O cartão 3x5 é lido linha por linha. Cada linha vira uma nova linha do tecido.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1E1C0-2729-4BC4-8DDE-50D236B6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9DD85-C928-4F11-B07B-F5EDD87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4A87B-BFCB-4C75-A033-C949A3BF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getFabricMetrics calcula densidade, regularidade, definição, qualidade e custo.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E55DC-F738-45BD-9A6C-580DE5C8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611C6-3810-44B0-9A59-C53AA47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47F42-A154-4079-B870-1F32A7AD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Explique que cada furo é um fio levantado. O código mede se o tecido atende o pedido.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8CFE6-C758-43E2-9428-5951F27E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3FC15-BF04-4FA0-8B9D-F2B3CA38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E1548-F5FC-4967-99FB-AEEBBA05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Como o jogo transforma furos em tecido? Lê classes active nos furos e adiciona linhas em fabricMatrix.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F0867-75DC-4221-8BE9-B35080D6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4BA7-91CD-4B3F-82D2-F15D843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4097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333A5-989A-4D6C-9558-CD9EA13D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1890 · Hollerith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2A3A4-15CB-4EB8-B028-6D9AED07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Censo: dados humanos viram perfurações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F7845-938C-4889-AE5F-5EF64081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Censo de Hollerith/holerith.js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F7FE7-89D5-4601-8F66-2D7DA629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10D5D-CD88-4F54-9687-A366F4C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52549-FC40-44B0-810B-A4486F1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Estado: personagemAtual, escolhasJogador, rodadaAtual, streak e moedas.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32860-8B5E-4A35-B8D4-0A2B18BB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B2846-2F94-470A-B130-0F237DE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6F6CF-DBA4-445F-A9BB-93003CE5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Cada coluna do cartão aceita uma opção. O clique marca um botão como perfurado.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2B3D9-1430-4DEE-BAF5-489CE5B6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AFB8E-392A-454D-91CA-3387779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F9CB9-C6CB-4F86-8C12-0205520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processarCartao compara escolhasJogador com respostasCorretas do personagem.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8C8AF-8A7C-4D83-BE4C-D5FFF421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59A0B-1EFD-4DDC-80FD-3ED886FC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B698F-3960-40E9-85EF-D9D3F36C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Mostre que a máquina só entende categorias codificadas: idade, profissão, sexo etc.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70BC1-23C6-416E-B138-65783EB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2C22B-D96B-473B-954F-6D30978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34E12-0ED1-446C-9176-AADB48D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Como ele sabe que o cartão está certo? Comparando todas as categorias com o gabarito do personagem.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5AEBB-D927-4212-9FBC-0D5226CB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A0F97-61BA-4D5C-BBEE-8B77A8A1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7187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31710-2C58-4FDC-9376-D51AF54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1950s · IBM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F2582-DC0C-41C2-8630-2CC2CC0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IBM: pipeline de máquinas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3BD77-9350-4665-82DB-82A5EFC7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IBM/ibm.js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8475B-D13F-49B8-A245-1A3A825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4E207-9138-44B1-B7F5-C442A65C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254FC-9895-461E-BEE4-CF493BE3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Estado: missão, baralho, workflow escolhido, relatório gerado e erros.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0C86E-C40D-4101-AAB7-894B8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16DE0-1CBB-4A32-B30A-87DA1F3B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B56C3-83BA-479B-8AA9-64EFCB5A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runWorkflow passa o baralho por operações: verificar, ordenar, colar, reproduzir, selecionar, tabular e imprimir.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98CA5-19B0-47AC-9796-BB4E4D8B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5FF0D-D842-468C-A63C-93B5B84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E28BB-C23C-48B5-BD33-F78D7751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O relatório impresso precisa bater expected e o pipeline não pode gerar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6D764-CDF8-49F6-BFD0-49C3169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3FE94-FFBF-43CA-967F-C4F220E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FE312-C869-4418-8CD9-8D64D564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Esse jogo ensina processamento em lote: ordem errada quebra a máquina.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407E6-591F-4117-84CD-E7B18D8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18B90-FAEE-4865-ADFB-545D6047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A5CCD-1978-4090-A931-9BA399C4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Por que ordenar importa? A coladora e a tabuladora exigem baralho ordenado pela chave usada.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5CA8F-92FE-4CF6-81D5-4E7C82E9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815A0-579C-457F-894C-6D8FC4DE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6029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2DF8E-031D-420B-B108-AFEE010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1957 · FORTRAN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65290-B1CA-4ABC-88DB-F54C6949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FORTRAN: pilha de cartões executável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F988C-0825-4303-9E3A-F415EB40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Fortran/fortran.js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81BE2-D10B-4750-8442-2FEC1DD7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EF686-1116-4D46-A265-23E839D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88BE5-A89D-45BF-B5A6-49C29E0A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Estado: currentMission, selectedDeck, completed e coins.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806D3-1FE6-4542-B481-047B748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90EC5-6147-480E-B51C-1E0BE4A3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1BCF8-415C-4D8A-B360-92AE1F58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O jogador monta uma pilha. runDeck percorre os IDs e chama execute() da missão.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B495C-118F-443D-8BB9-4987A49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F419C-A02A-4F66-B6DB-AEB22F72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B08F6-E50C-4CA4-AE1C-02F04F48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Precisa ter ordem exata e saída esperada. Armadilhas podem produzir resultado errado.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68C3F-5DFE-458B-8DC9-4F40B5F9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179F7-F4FC-4B60-B5FC-02F23B9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3D962-43CC-4A1D-B1D1-69A28573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Explique que o programa era literalmente uma sequência de cartões.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98200-E072-463D-A25F-8C0BBACF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FF51F-148F-41C4-82A1-FE5CCC29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4AD40-6F30-4E92-B704-191882C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Por que saída certa às vezes não basta? Porque o jogo também exige a ordem histórica correta da pilha.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A0A81-D0B2-4EE2-A7DC-7D1F5E0F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1429D-D36A-4D50-B5AA-0DA6E1C2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3996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1C6118-B31E-4F15-A94A-CE65EF1E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1965 · Caça ao Erro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B70A1-2511-4D18-AA81-84B95569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Debug: pistas por distância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64798-8C72-4ABF-A88C-4C5C308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CacaErro/caca_erro.js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FA16A-F2A5-4C09-84CE-61CD9EA5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7EDBA-AB4E-45E1-A09B-B8871800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E4AFD-1E8D-4FCF-A0F5-0B1298FA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Estado: cards, bugIndex, attempts, timeLeft, roundActive e coins.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51CBE-4322-4F85-A74B-3C54952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C7663-1AF1-48A9-B1E3-CFFF9844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096F3-7291-4994-BA3B-550F6CB9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O código sorteia o cartão com erro, renderiza 12 cartões e processa cliques.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B443A-862F-4748-B987-EDAEB56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1699C-2EF2-41B5-A299-86A61A7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2C5C9-1A04-4D1D-9823-50D4C77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distanceFromBug calcula distância Manhattan e clueForDistance gera pista quente/morna/fria.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438B5-BB84-47F3-8439-B2C49000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51149-194D-4517-B2D6-1167DA2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5E142-7EB0-4771-A0E5-6AA0F9CF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Ao acertar, triggerBugScare usa a posição do cartão para animar o besouro na tela.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FADB6-9ECD-4ED7-8A52-BE06B819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5734C-733A-4F58-954B-7BCCEE70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B7B4F-1F80-4964-B1E7-D7A3B86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Como o susto sabe de onde sair? Ele lê getBoundingClientRect() do cartão clicado.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03503-27F1-4955-AFA5-FE9CA7E7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DF19E-F453-448B-B6E8-A3756BD2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5597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873D8-2A28-44D8-991E-BB42CCF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Hoje · Computação Moderna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4301E-E1AF-4681-BD61-D32BF1D2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Multiplayer: memória e perfuração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E6471-B615-4B70-A722-EB9FD5E6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ComputacaoModerna/moderna.js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4A446-27F1-40A2-A1B3-A6DDF077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7168-3A32-431D-9AEC-99000DDE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4FA71-B503-4D82-BCC1-324E8FE3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Estado: hostState, roomCode, players, submissions, selectedHoles e roundStartedAt.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B1976-89FE-466C-8C0B-E1EB829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7C03E-0A71-4B98-BA18-0AAC8722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900D1-2078-4803-B2C8-8566954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Supabase Realtime transmite join, state_update, submit_pattern, start_game e next_round.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E1EC9-0943-4EB4-B22B-C042E1B4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9FDAA-ECDD-4732-80A4-48032F8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F1885-ADCF-4EF9-A854-229BA59E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scoreSubmission mede acerto, furos faltando, extras, bônus de velocidade e bônus perfeito.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E93FF-A0F5-49D7-9BBD-C2D92D2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0D9C5-0FC0-4104-A13B-A908D7A7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E7AE0-E264-46AD-AD1A-069BF420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A IA aqui é simulada: mutatePattern bagunça o gabarito com chance de erro.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2CE06-DA54-44EB-8E25-1018B329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B5748-0598-4BCC-81FB-E833B20D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75384-4E64-42E3-8606-36EE528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Essa IA aprende? Não; ela simula memória humana com erro aleatório baseado na dificuldade.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846C1-EC6D-462D-8202-3F7230D3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6638E-FB93-4F79-9603-417D4374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2093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D4AA8-A81A-4114-8838-1DC1695F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IA · Scanner de Cartões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8E1C6-C0B0-44AD-BB3A-13233C7E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Machine Learning: leitura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F66BF-DA9F-4036-96C4-C4E64473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MachineLearningCartoes/ml_cartoes.js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83E42-269F-4B85-9C0F-17D5EC20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5E1C8-37C9-41D2-8C7E-BBB4326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19356-1B06-4393-8FC4-A3C7466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Estado: currentPattern, lastFeatures, neuralModel, samples e scannerLive.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7328D-D2B4-42A6-9C7C-79345635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B5351-321F-4DEC-B0EC-06B6BC0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Fluxo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7E567-5EA0-4D4E-BD32-1FDCC018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Canvas recebe imagem, câmera ou cartão sintético. A grade 5x12 vira vetor de furos.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A27C7-CDA4-4C4F-A028-59F5DE1D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1B543-6AB1-4C9A-AC2C-B725965D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Validação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633B2-465D-439C-AA03-5F9DB5DF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detectCardInFrame libera leitura; classifyPattern compara matriz com instruções conhecidas.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8430A-4742-4067-9329-351ED55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24384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AC445-E78A-484D-AB04-BA82945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Explicação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8A7C6-400E-4B95-ABF3-08EC7AAF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057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Aqui há IA real opcional: TensorFlow.js treina com fotos rotuladas e salva em IndexedDB.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11482-1090-4D60-A687-048B38C7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C9D6F-6F89-49F1-865A-1D28B379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Pergunta técnica pronta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53DA0-60FB-4780-8D71-1796A0C2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Como treina? Converte fotos 64x64 em tensores, usa one-hot labels e treina 30 épocas.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0DC6F-3E8D-48C9-98EA-B187E111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7656A-511E-4F54-B378-A51F9927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2146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B1B01-C063-4A7F-B169-AAEF755C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COMPARAÇÃO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CFEBB-AA4D-4059-B0AB-835BFA53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Pontuação e persistência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79135-99B8-4275-B499-2463211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A97F1-6B82-4136-897B-F0E80EC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C5496-FE5E-4333-B7B1-6355ED2F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57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A70AA-F0CB-4CC3-AFC9-47E016E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7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Estado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C840B-28B3-4320-B528-E34AEDE7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09958-2C85-4AFB-8C53-9B15173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71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Validação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820DD-4493-4D57-A0E0-D81CDD89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5735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8B172-718C-47C3-AA0E-EBEE29B4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71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Recompensa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D4615-6B03-446B-BD1D-E11B6DAF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5735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C0B78-E224-49F6-A116-E5B975A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716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Dado salvo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B2C70-6A0C-42A8-B4C7-1C058D53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1D647-7AE4-4F3C-B3F1-8012BFB1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62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Jacquard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0ECAB-FD64-4768-B885-1198743B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76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3B319-16B1-4042-894C-3992ABF6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fabricMatrix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F8AD6-4E8F-486B-88DF-778644F7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B1D83-B729-46E4-B4BF-E84891EE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621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métricas &gt;= pedido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5FC17-994C-42E5-87CB-709C5418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D21AF-110E-4046-B4F1-46A731FC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621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reward + bônus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06260-125E-447A-B962-BCE4DAD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AA9A1-0C95-4E6F-A124-10DE3BF0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621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coins, pedido, tecido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0A5F0-DFE2-4127-9823-60B3B08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72A83-B854-4F9C-B225-F10027DF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Hollerith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40FF9-8F5A-4519-8099-F2646686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77DC0-C223-4518-A97E-AE7FB7A1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955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escolhasJogador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705E3-0F5F-4523-8298-1F9C4C09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22065-7A6F-405E-B94D-D781267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955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categorias exatas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FEC47-F57F-48D7-877D-39A2216D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DAE50-F1CF-4D57-9653-87ECBCE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955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25 + streak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4F33E-6EC1-47FF-8DCC-EEF7A8FD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31DFD-CDF0-4C8A-AF20-40454C73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955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coins, ranking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6C7C0A-B601-4443-9A31-BC3D34B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1E8AE-F3D5-4B04-AACA-548EA5B4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289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IBM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8AB8A7-3779-4A1A-BC7F-C3FABD13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F06A27-5EA8-4F1D-A0F7-1EFCE4A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289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60763-778D-47AB-8774-F47C2477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C02537-9AF0-4160-BB55-B0831310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289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relatório esperado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C6416F-3E05-467A-B4E4-79D7154B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5CBBB7-BFE0-4BF2-930D-C9530315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289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reward - penalidade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581805-3C19-4EF8-B579-15386E3B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95EF7C-0D10-4279-B9C4-A9906BF2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28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ibmCompleted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0D4A8A-1798-4AC5-836A-18E83FDD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325024-CCC5-4BA4-BB3A-99D4AAF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FORTRAN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09180E-2423-48C9-84BF-D92EBF5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76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445B44-AA0D-4783-82A9-D88293A3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62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selectedDeck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628EBF-8E3D-4BC4-B946-CD1B5B5A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58AC67-805C-4661-AB81-435C6B8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623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ordem + saída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AAF0F1-0B8B-458E-B7BD-6ED1D4F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FDA422-C30F-4F22-BC7D-28FF479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reward/revisão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4B47B6-F937-4CDA-8039-6037619E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EC6477-AE93-4072-88FD-8D0C47BE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fortranCompleted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808E95-B52C-4708-896C-29BC13B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7880A5-9853-41E5-85AD-FE0ABE37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Caça ao Erro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A80094-A81E-43DF-BE76-17B249A2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0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D0EE90-08AF-4886-A050-EB2EAF1C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bugIndex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DBCBD5-C444-48D2-B703-8E46AAD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00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36AA27-AFA8-4246-B286-993740DA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957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distância zero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747E88-3EDD-451B-ACD7-D7439735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696E8E-69FE-40C9-827F-026C33D5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957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tempo + tentativas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A44E7C-348A-4A18-8C65-A8A44C3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CB05D3-504D-4533-A8FF-F9BAB90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957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coins, ranking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C9BF48-B6D5-47FA-A622-6B8563B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8DABB7-55AD-4293-BDFF-FD47BCA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Moderna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4B6F4E-3252-4C2C-9D3E-054441A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43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D33068-4063-4FEB-A51F-8DBE847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29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submissions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2C5298-7CFE-40F5-AB00-72F0829C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D4FB1E-D047-48FB-983E-375BD74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291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accuracy + tempo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451FCF-4825-472B-B1B0-BE05473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434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5FE5AF-BA49-420D-A710-C837293C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291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pontuação rodada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D8690A-0DA3-4D83-AEAE-0F70629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A21D8D-72E5-4D81-A4AE-9869D030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291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Supabase room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5A7816-BCEA-4902-875F-A326D75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8128C89-89A5-4DD5-AA06-EAF0C9D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62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ML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B7E125-D574-4602-901B-4065C92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76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261219-5B9B-4E15-8D57-297E938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625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currentPattern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5B9171-C0C7-4DD4-96CB-931375A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7685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391919-D084-437B-8670-682E349A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625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classe prevista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6B4CDC-A20E-4269-86E3-791811B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BC634B-621C-42F2-BB4D-E369EB7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625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sem moedas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FB949F-786D-438D-B9D9-7F4CFDD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7685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8FCC34-6EA7-4C2A-AAC0-10349E52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625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</a:defRPr>
            </a:pPr>
            <a:r>
              <a:rPr sz="1050">
                <a:solidFill>
                  <a:srgbClr val="171717"/>
                </a:solidFill>
              </a:rPr>
              <a:t>samples, model IndexedDB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8DB02D-8392-4F97-AB40-B0F3DE5C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08CE98-514D-4E9E-AC7D-BB5C99E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98166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921452-26AD-488A-8DC8-C75A495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ROTEIRO DE FALA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16839-299E-4A9C-8DCE-3BDAA8DC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</a:defRPr>
            </a:pPr>
            <a:r>
              <a:rPr sz="3150" b="1">
                <a:solidFill>
                  <a:srgbClr val="171717"/>
                </a:solidFill>
              </a:rPr>
              <a:t>Perguntas técnicas que podem aparecer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9B9EA-A9A9-4196-B9D5-8285EE01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E54BF-B506-48A7-9E9C-82C1C48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 IA da Computação Moderna aprende?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563B0-E51D-4197-A53E-353BF620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Não. Ela simula memória: copia o gabarito e aplica erros aleatórios.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86A53-BD74-409C-BE4D-236481FE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6E8F8-F43A-417D-99E5-8E02B1D7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 IA do scanner aprende?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707CF-F757-452E-80A4-B80008B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Sim. Quando treina, usa TensorFlow.js com fotos rotuladas salvas no navegador.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84E2C-2E4B-447C-B37C-DC3F429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69982-25EA-424E-B778-5291F821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Onde ficam moedas e progresso?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30A64-14C2-4759-870A-AAC9C11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Principalmente no localStorage; ranking e multiplayer usam Supabase.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DC053-40BE-4860-88A4-1B8EE144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127A4-C5B7-48C3-B680-841837DA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Por que alguns jogos exigem ordem?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DD10D-DC2C-49F7-9641-3CCE0D1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Porque o código simula máquinas históricas sequenciais: baralho, lote e pipeline.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DFADB-240D-4C99-8ECB-E1CC726F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BCE5A-51CE-4FA2-B8B4-4729DA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Como o jogo sabe se acertei?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8FFD5-4BD2-4AC6-AF0A-34C27E5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Compara estado produzido pelo jogador contra um gabarito ou métricas mínimas.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E214A-BA2C-4AEA-BF17-92777F1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0F2F0-3238-492D-87FE-A3F7C69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7126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E5C5B-B22A-4E3E-93CC-6924BB7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3FD64-A15A-421F-8193-A5738F2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717"/>
                </a:solidFill>
              </a:defRPr>
            </a:pPr>
            <a:r>
              <a:rPr sz="3450" b="1">
                <a:solidFill>
                  <a:srgbClr val="171717"/>
                </a:solidFill>
              </a:rPr>
              <a:t>Como apresentar o código sem travar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29DC-CC90-4A0F-A814-78E4564E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1717"/>
                </a:solidFill>
              </a:defRPr>
            </a:pPr>
            <a:r>
              <a:rPr sz="1725">
                <a:solidFill>
                  <a:srgbClr val="171717"/>
                </a:solidFill>
              </a:rPr>
              <a:t>Mostre primeiro a regra do jogo na tela, depois a variável que guarda o estado e por último a função que valida. Isso evita explicar tudo de uma vez.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C5C8F-08D6-43EC-825C-07F466D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97D06-F6CC-40B7-9184-A1DE7FD4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Passo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4D854-E475-441E-8590-78F0E1B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6CF6F-A23E-4524-954C-C22179E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Mostre o array/objeto principal: missions, cards, INSTRUCTION_CARDS ou personagens.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E7071-D1E4-4A0F-9040-C5503AB3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E63EF-6CA9-4F5A-8E01-F0E4ED84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Passo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46419-3672-4B3B-B4F1-550AE0E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9CEF3-A950-442E-B962-278F199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Mostre a função chamada pelo clique: runDeck, inspectCard, processarCartao.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95A2B-8476-4FDA-9227-935BE839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3429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8638E-CFAA-4160-8B52-341BC8C1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Passo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04154-59FD-403F-868F-65B8068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717"/>
                </a:solidFill>
              </a:defRPr>
            </a:pPr>
            <a:r>
              <a:rPr sz="2325" b="1">
                <a:solidFill>
                  <a:srgbClr val="171717"/>
                </a:solidFill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F24B5-4DBF-425C-84DC-A10F6EB3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717"/>
                </a:solidFill>
              </a:defRPr>
            </a:pPr>
            <a:r>
              <a:rPr sz="1350">
                <a:solidFill>
                  <a:srgbClr val="171717"/>
                </a:solidFill>
              </a:rPr>
              <a:t>Mostre a comparação e a recompensa: success, accuracy, reward, coins.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EEE06-2621-4D70-8773-50553AFF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78EB2-EFBD-423A-BB18-921E56A9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6742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CBA9DD-3165-49AB-A844-4A0E79BC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GUIA PARA EXPLICAR 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3E0FE-6AAE-453E-8730-B51CD4E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129D9-520D-4A4D-898A-B705897B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1717"/>
                </a:solidFill>
              </a:defRPr>
            </a:pPr>
            <a:r>
              <a:rPr sz="5250" b="1">
                <a:solidFill>
                  <a:srgbClr val="171717"/>
                </a:solidFill>
              </a:rPr>
              <a:t>Ideia central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1C442-B40F-44A0-B480-0B30260C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1717"/>
                </a:solidFill>
              </a:defRPr>
            </a:pPr>
            <a:r>
              <a:rPr sz="1950">
                <a:solidFill>
                  <a:srgbClr val="171717"/>
                </a:solidFill>
              </a:rPr>
              <a:t>Todos os jogos contam a mesma história técnica: cartões codificam informação, o navegador simula a máquina, e o JavaScript decide se o processo histórico funcionou.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C0E2C-91A0-4BC8-A55D-5DF5829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C3A36-94DE-4195-ADB2-CD463ED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F15EC-CFD4-4EE4-A6D5-7BEAFBD2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58888-989C-4BE3-812C-C3DC6306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Simulação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C35A5-34AB-4A56-BAD6-DA97FB5E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0FC98-3891-4473-AF27-3E9305EF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Validação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215BA-A045-446D-8F1F-0C2E4ECF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A8638-33E3-4506-A1E6-EA99B835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E7D9F-C9D7-46B7-BD6E-9481546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Antes dos Bits · resumo técnico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152BB-6930-4CEA-AD11-F8B5B3E4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2146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2026-06-30T04:07:07.5570000Z</dcterms:created>
  <dcterms:modified xsi:type="dcterms:W3CDTF">2026-06-30T04:07:07.5600000Z</dcterms:modified>
</coreProperties>
</file>